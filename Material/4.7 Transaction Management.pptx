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8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262" r:id="rId13"/>
    <p:sldId id="26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20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65470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Chapter-4: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Hibernet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(ORM)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Transaction Management……………………...3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A transaction is a sequence of operation which works as an atomic unit.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lang="en-US" sz="2400" dirty="0" smtClean="0"/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A transaction only completes if all the operations completed successfully.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lang="en-US" sz="2400" dirty="0" smtClean="0"/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A transaction has the Atomicity, Consistency, Isolation and Durability properties (ACID).</a:t>
            </a: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Transaction interface: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Transaction interface provides the facility to define the units of work or transactions.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 transaction is associated with a session.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We have to call </a:t>
            </a:r>
            <a:r>
              <a:rPr lang="en-US" sz="2400" dirty="0" err="1" smtClean="0"/>
              <a:t>beginTransaction</a:t>
            </a:r>
            <a:r>
              <a:rPr lang="en-US" sz="2400" dirty="0" smtClean="0"/>
              <a:t>()method of Session to start a transaction (</a:t>
            </a:r>
            <a:r>
              <a:rPr lang="en-US" sz="2400" dirty="0" err="1" smtClean="0"/>
              <a:t>Session.beginTransaction</a:t>
            </a:r>
            <a:r>
              <a:rPr lang="en-US" sz="2400" dirty="0" smtClean="0"/>
              <a:t>()).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Commonly used methods of Transaction interface: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1. begin():</a:t>
            </a:r>
            <a:r>
              <a:rPr lang="en-US" sz="2400" dirty="0" smtClean="0"/>
              <a:t> It starts a new transaction.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begin() 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2. commit():</a:t>
            </a:r>
            <a:r>
              <a:rPr lang="en-US" sz="2400" dirty="0" smtClean="0"/>
              <a:t> It ends the transaction and flush the associated session.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commit() 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Commonly used methods of Transaction interface: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3. rollback():</a:t>
            </a:r>
            <a:r>
              <a:rPr lang="en-US" sz="2400" dirty="0" smtClean="0"/>
              <a:t> It roll back the current transaction.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rollback()throws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4. </a:t>
            </a:r>
            <a:r>
              <a:rPr lang="en-US" sz="2400" b="1" dirty="0" err="1" smtClean="0"/>
              <a:t>setTimeout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 seconds): </a:t>
            </a:r>
            <a:r>
              <a:rPr lang="en-US" sz="2400" dirty="0" smtClean="0"/>
              <a:t>It set the transaction timeout for any transaction started by a subsequent call to begin() on this instance.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</a:t>
            </a:r>
            <a:r>
              <a:rPr lang="en-US" sz="2400" b="1" dirty="0" err="1" smtClean="0"/>
              <a:t>setTimeout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 seconds)</a:t>
            </a:r>
            <a:r>
              <a:rPr lang="en-US" sz="2400" dirty="0" smtClean="0"/>
              <a:t> 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Commonly used methods of Transaction interface: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3. rollback():</a:t>
            </a:r>
            <a:r>
              <a:rPr lang="en-US" sz="2400" dirty="0" smtClean="0"/>
              <a:t> It roll back the current transaction.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rollback()throws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4. </a:t>
            </a:r>
            <a:r>
              <a:rPr lang="en-US" sz="2400" b="1" dirty="0" err="1" smtClean="0"/>
              <a:t>setTimeout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 seconds): </a:t>
            </a:r>
            <a:r>
              <a:rPr lang="en-US" sz="2400" dirty="0" smtClean="0"/>
              <a:t>It set the transaction timeout for any transaction started by a subsequent call to begin() on this instance.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void </a:t>
            </a:r>
            <a:r>
              <a:rPr lang="en-US" sz="2400" b="1" dirty="0" err="1" smtClean="0"/>
              <a:t>setTimeout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 seconds)</a:t>
            </a:r>
            <a:r>
              <a:rPr lang="en-US" sz="2400" dirty="0" smtClean="0"/>
              <a:t> 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Commonly used methods of Transaction interface: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5. </a:t>
            </a:r>
            <a:r>
              <a:rPr lang="en-US" sz="2400" b="1" dirty="0" err="1" smtClean="0"/>
              <a:t>isActive</a:t>
            </a:r>
            <a:r>
              <a:rPr lang="en-US" sz="2400" b="1" dirty="0" smtClean="0"/>
              <a:t>():</a:t>
            </a:r>
            <a:r>
              <a:rPr lang="en-US" sz="2400" dirty="0" smtClean="0"/>
              <a:t> It checks that is this transaction still active or not.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isActive</a:t>
            </a:r>
            <a:r>
              <a:rPr lang="en-US" sz="2400" dirty="0" smtClean="0"/>
              <a:t>()throws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6. </a:t>
            </a:r>
            <a:r>
              <a:rPr lang="en-US" sz="2400" b="1" dirty="0" err="1" smtClean="0"/>
              <a:t>wasRolledBack</a:t>
            </a:r>
            <a:r>
              <a:rPr lang="en-US" sz="2400" b="1" dirty="0" smtClean="0"/>
              <a:t>():</a:t>
            </a:r>
            <a:r>
              <a:rPr lang="en-US" sz="2400" dirty="0" smtClean="0"/>
              <a:t> It checks that is this transaction roll backed successfully or not.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wasRolledBack</a:t>
            </a:r>
            <a:r>
              <a:rPr lang="en-US" sz="2400" dirty="0" smtClean="0"/>
              <a:t>()throws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Commonly used methods of Transaction interface: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5. </a:t>
            </a:r>
            <a:r>
              <a:rPr lang="en-US" sz="2400" b="1" dirty="0" err="1" smtClean="0"/>
              <a:t>isActive</a:t>
            </a:r>
            <a:r>
              <a:rPr lang="en-US" sz="2400" b="1" dirty="0" smtClean="0"/>
              <a:t>():</a:t>
            </a:r>
            <a:r>
              <a:rPr lang="en-US" sz="2400" dirty="0" smtClean="0"/>
              <a:t> It checks that is this transaction still active or not.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isActive</a:t>
            </a:r>
            <a:r>
              <a:rPr lang="en-US" sz="2400" dirty="0" smtClean="0"/>
              <a:t>()throws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6. </a:t>
            </a:r>
            <a:r>
              <a:rPr lang="en-US" sz="2400" b="1" dirty="0" err="1" smtClean="0"/>
              <a:t>wasRolledBack</a:t>
            </a:r>
            <a:r>
              <a:rPr lang="en-US" sz="2400" b="1" dirty="0" smtClean="0"/>
              <a:t>():</a:t>
            </a:r>
            <a:r>
              <a:rPr lang="en-US" sz="2400" dirty="0" smtClean="0"/>
              <a:t> It checks that is this transaction roll backed successfully or not.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wasRolledBack</a:t>
            </a:r>
            <a:r>
              <a:rPr lang="en-US" sz="2400" dirty="0" smtClean="0"/>
              <a:t>()throws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/>
              <a:t>Commonly used methods of Transaction interface:</a:t>
            </a:r>
          </a:p>
          <a:p>
            <a:r>
              <a:rPr lang="en-US" sz="2400" b="1" dirty="0" smtClean="0"/>
              <a:t>7. </a:t>
            </a:r>
            <a:r>
              <a:rPr lang="en-US" sz="2400" b="1" dirty="0" err="1" smtClean="0"/>
              <a:t>wasCommitted</a:t>
            </a:r>
            <a:r>
              <a:rPr lang="en-US" sz="2400" b="1" dirty="0" smtClean="0"/>
              <a:t>():</a:t>
            </a:r>
            <a:r>
              <a:rPr lang="en-US" sz="2400" dirty="0" smtClean="0"/>
              <a:t>It checks that is this transaction committed successfully or not.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wasCommitted</a:t>
            </a:r>
            <a:r>
              <a:rPr lang="en-US" sz="2400" dirty="0" smtClean="0"/>
              <a:t>()throws </a:t>
            </a:r>
            <a:r>
              <a:rPr lang="en-US" sz="2400" dirty="0" err="1" smtClean="0"/>
              <a:t>HibernateException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8.registerSynchronization(Synchronization </a:t>
            </a:r>
            <a:r>
              <a:rPr lang="en-US" sz="2400" b="1" dirty="0" err="1" smtClean="0"/>
              <a:t>synchronization</a:t>
            </a:r>
            <a:r>
              <a:rPr lang="en-US" sz="2400" b="1" dirty="0" smtClean="0"/>
              <a:t>):</a:t>
            </a:r>
            <a:r>
              <a:rPr lang="en-US" sz="2400" dirty="0" smtClean="0"/>
              <a:t> It register a user synchronization callback for this transaction.</a:t>
            </a:r>
            <a:br>
              <a:rPr lang="en-US" sz="2400" dirty="0" smtClean="0"/>
            </a:br>
            <a:r>
              <a:rPr lang="en-US" sz="2400" b="1" i="1" dirty="0" smtClean="0"/>
              <a:t>Syntax:</a:t>
            </a:r>
            <a:endParaRPr lang="en-US" sz="2400" dirty="0" smtClean="0"/>
          </a:p>
          <a:p>
            <a:r>
              <a:rPr lang="en-US" sz="2400" dirty="0" smtClean="0"/>
              <a:t>public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</a:t>
            </a:r>
            <a:r>
              <a:rPr lang="en-US" sz="2400" dirty="0" err="1" smtClean="0"/>
              <a:t>registerSynchronization</a:t>
            </a:r>
            <a:r>
              <a:rPr lang="en-US" sz="2400" dirty="0" smtClean="0"/>
              <a:t>(Synchronization </a:t>
            </a:r>
            <a:r>
              <a:rPr lang="en-US" sz="2400" dirty="0" err="1" smtClean="0"/>
              <a:t>synchronization</a:t>
            </a:r>
            <a:r>
              <a:rPr lang="en-US" sz="2400" dirty="0" smtClean="0"/>
              <a:t>)throws </a:t>
            </a:r>
            <a:r>
              <a:rPr lang="en-US" sz="2400" dirty="0" err="1" smtClean="0"/>
              <a:t>HibernateException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965825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Transaction Management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64000" y="1385664"/>
            <a:ext cx="8533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Transaction </a:t>
            </a:r>
            <a:r>
              <a:rPr lang="en-US" sz="2400" dirty="0" err="1" smtClean="0"/>
              <a:t>tx</a:t>
            </a:r>
            <a:r>
              <a:rPr lang="en-US" sz="2400" dirty="0" smtClean="0"/>
              <a:t> = </a:t>
            </a:r>
            <a:r>
              <a:rPr lang="en-US" sz="2400" b="1" dirty="0" smtClean="0"/>
              <a:t>null</a:t>
            </a:r>
            <a:r>
              <a:rPr lang="en-US" sz="2400" dirty="0" smtClean="0"/>
              <a:t>; </a:t>
            </a:r>
          </a:p>
          <a:p>
            <a:r>
              <a:rPr lang="en-US" sz="2400" dirty="0" smtClean="0"/>
              <a:t>Session </a:t>
            </a:r>
            <a:r>
              <a:rPr lang="en-US" sz="2400" dirty="0" err="1" smtClean="0"/>
              <a:t>session</a:t>
            </a:r>
            <a:r>
              <a:rPr lang="en-US" sz="2400" dirty="0" smtClean="0"/>
              <a:t> = </a:t>
            </a:r>
            <a:r>
              <a:rPr lang="en-US" sz="2400" dirty="0" err="1" smtClean="0"/>
              <a:t>HibernateUtil.getSessionFactory</a:t>
            </a:r>
            <a:r>
              <a:rPr lang="en-US" sz="2400" dirty="0" smtClean="0"/>
              <a:t>().</a:t>
            </a:r>
            <a:r>
              <a:rPr lang="en-US" sz="2400" dirty="0" err="1" smtClean="0"/>
              <a:t>openSession</a:t>
            </a:r>
            <a:r>
              <a:rPr lang="en-US" sz="2400" dirty="0" smtClean="0"/>
              <a:t>(); </a:t>
            </a:r>
          </a:p>
          <a:p>
            <a:r>
              <a:rPr lang="en-US" sz="2400" b="1" dirty="0" smtClean="0"/>
              <a:t>try</a:t>
            </a:r>
            <a:r>
              <a:rPr lang="en-US" sz="2400" dirty="0" smtClean="0"/>
              <a:t>{ 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tx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session.beginTransaction</a:t>
            </a:r>
            <a:r>
              <a:rPr lang="en-US" sz="2400" dirty="0" smtClean="0"/>
              <a:t>(); </a:t>
            </a:r>
          </a:p>
          <a:p>
            <a:r>
              <a:rPr lang="en-US" sz="2400" i="1" dirty="0" smtClean="0"/>
              <a:t>	//Perform some operation here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tx.commit</a:t>
            </a:r>
            <a:r>
              <a:rPr lang="en-US" sz="2400" dirty="0" smtClean="0"/>
              <a:t>(); </a:t>
            </a:r>
          </a:p>
          <a:p>
            <a:r>
              <a:rPr lang="en-US" sz="2400" dirty="0" smtClean="0"/>
              <a:t>}</a:t>
            </a:r>
            <a:r>
              <a:rPr lang="en-US" sz="2400" b="1" dirty="0" smtClean="0"/>
              <a:t>catch</a:t>
            </a:r>
            <a:r>
              <a:rPr lang="en-US" sz="2400" dirty="0" smtClean="0"/>
              <a:t> (</a:t>
            </a:r>
            <a:r>
              <a:rPr lang="en-US" sz="2400" dirty="0" err="1" smtClean="0"/>
              <a:t>HibernateException</a:t>
            </a:r>
            <a:r>
              <a:rPr lang="en-US" sz="2400" dirty="0" smtClean="0"/>
              <a:t> e) { </a:t>
            </a:r>
          </a:p>
          <a:p>
            <a:r>
              <a:rPr lang="en-US" sz="2400" b="1" dirty="0" smtClean="0"/>
              <a:t>	if</a:t>
            </a:r>
            <a:r>
              <a:rPr lang="en-US" sz="2400" dirty="0" smtClean="0"/>
              <a:t>(</a:t>
            </a:r>
            <a:r>
              <a:rPr lang="en-US" sz="2400" dirty="0" err="1" smtClean="0"/>
              <a:t>tx</a:t>
            </a:r>
            <a:r>
              <a:rPr lang="en-US" sz="2400" dirty="0" smtClean="0"/>
              <a:t>!=</a:t>
            </a:r>
            <a:r>
              <a:rPr lang="en-US" sz="2400" b="1" dirty="0" smtClean="0"/>
              <a:t>null</a:t>
            </a:r>
            <a:r>
              <a:rPr lang="en-US" sz="2400" dirty="0" smtClean="0"/>
              <a:t>){ </a:t>
            </a:r>
          </a:p>
          <a:p>
            <a:r>
              <a:rPr lang="en-US" sz="2400" dirty="0" smtClean="0"/>
              <a:t>		</a:t>
            </a:r>
            <a:r>
              <a:rPr lang="en-US" sz="2400" dirty="0" err="1" smtClean="0"/>
              <a:t>tx.rollback</a:t>
            </a:r>
            <a:r>
              <a:rPr lang="en-US" sz="2400" dirty="0" smtClean="0"/>
              <a:t>();</a:t>
            </a:r>
          </a:p>
          <a:p>
            <a:r>
              <a:rPr lang="en-US" sz="2400" dirty="0" smtClean="0"/>
              <a:t>	 } </a:t>
            </a:r>
            <a:r>
              <a:rPr lang="en-US" sz="2400" dirty="0" err="1" smtClean="0"/>
              <a:t>e.printStackTrace</a:t>
            </a:r>
            <a:r>
              <a:rPr lang="en-US" sz="2400" dirty="0" smtClean="0"/>
              <a:t>(); </a:t>
            </a:r>
          </a:p>
          <a:p>
            <a:r>
              <a:rPr lang="en-US" sz="2400" dirty="0" smtClean="0"/>
              <a:t>}</a:t>
            </a:r>
            <a:r>
              <a:rPr lang="en-US" sz="2400" b="1" dirty="0" smtClean="0"/>
              <a:t>finally</a:t>
            </a:r>
            <a:r>
              <a:rPr lang="en-US" sz="2400" dirty="0" smtClean="0"/>
              <a:t> { 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session.close</a:t>
            </a:r>
            <a:r>
              <a:rPr lang="en-US" sz="2400" dirty="0" smtClean="0"/>
              <a:t>(); </a:t>
            </a:r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218</Words>
  <Application>Microsoft Office PowerPoint</Application>
  <PresentationFormat>On-screen Show (4:3)</PresentationFormat>
  <Paragraphs>92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173</cp:revision>
  <dcterms:created xsi:type="dcterms:W3CDTF">2024-12-13T07:18:04Z</dcterms:created>
  <dcterms:modified xsi:type="dcterms:W3CDTF">2025-05-17T05:26:15Z</dcterms:modified>
</cp:coreProperties>
</file>