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88" r:id="rId5"/>
    <p:sldId id="289" r:id="rId6"/>
    <p:sldId id="291" r:id="rId7"/>
    <p:sldId id="292" r:id="rId8"/>
    <p:sldId id="293" r:id="rId9"/>
    <p:sldId id="294" r:id="rId10"/>
    <p:sldId id="295" r:id="rId11"/>
    <p:sldId id="262" r:id="rId12"/>
    <p:sldId id="263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iwGEa46m3SqSJsxoXyCwcLQke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3BA4600-CF29-4966-8986-3B1AA4679568}">
  <a:tblStyle styleId="{D3BA4600-CF29-4966-8986-3B1AA46795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-1324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a7072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264a7072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US" sz="4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Layout">
  <p:cSld name="Index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8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5" name="Google Shape;15;p8"/>
            <p:cNvSpPr/>
            <p:nvPr/>
          </p:nvSpPr>
          <p:spPr>
            <a:xfrm>
              <a:off x="-4801433" y="1790698"/>
              <a:ext cx="12600815" cy="983099"/>
            </a:xfrm>
            <a:custGeom>
              <a:avLst/>
              <a:gdLst/>
              <a:ahLst/>
              <a:cxnLst/>
              <a:rect l="l" t="t" r="r" b="b"/>
              <a:pathLst>
                <a:path w="4610100" h="660400" extrusionOk="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 extrusionOk="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6923" y="234877"/>
            <a:ext cx="2063449" cy="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slide Layout">
  <p:cSld name="End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ayout">
  <p:cSld name="Content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lang="en-US" sz="11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2366690"/>
            <a:ext cx="91440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Programming using JAVA</a:t>
            </a:r>
            <a:endParaRPr sz="3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000"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Chapter-1: </a:t>
            </a:r>
            <a:r>
              <a:rPr lang="en-US" sz="30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of Enterprise Programming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2741" y="5601409"/>
            <a:ext cx="383282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ARNIKA PATEL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61900" y="2370175"/>
            <a:ext cx="60279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</a:t>
            </a:r>
            <a:r>
              <a:rPr lang="en-US" sz="24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Database using JDBC.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Simple JDBC Application…………………. 6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1889" y="1734925"/>
            <a:ext cx="338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6527840" y="5619817"/>
            <a:ext cx="1281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Steps to Connect to </a:t>
            </a: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MySQL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Database Using JDBC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endParaRPr lang="en-US" sz="2400" b="1" dirty="0" smtClean="0"/>
          </a:p>
          <a:p>
            <a:pPr fontAlgn="base"/>
            <a:r>
              <a:rPr lang="en-US" sz="2400" b="1" dirty="0" smtClean="0"/>
              <a:t>Step 1: Load the JDBC Driver</a:t>
            </a:r>
          </a:p>
          <a:p>
            <a:pPr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i="1" dirty="0" err="1" smtClean="0"/>
              <a:t>Class.forName</a:t>
            </a:r>
            <a:r>
              <a:rPr lang="en-US" sz="2400" i="1" dirty="0" smtClean="0"/>
              <a:t>(“</a:t>
            </a:r>
            <a:r>
              <a:rPr lang="en-US" sz="2400" i="1" dirty="0" err="1" smtClean="0"/>
              <a:t>com.mysql.cj.jdbc.Driver</a:t>
            </a:r>
            <a:r>
              <a:rPr lang="en-US" sz="2400" i="1" dirty="0" smtClean="0"/>
              <a:t>”);</a:t>
            </a:r>
          </a:p>
          <a:p>
            <a:pPr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dirty="0" smtClean="0"/>
              <a:t>Step 2: Establish a Connection</a:t>
            </a:r>
          </a:p>
          <a:p>
            <a:pPr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i="1" dirty="0" smtClean="0"/>
              <a:t>Connection </a:t>
            </a:r>
            <a:r>
              <a:rPr lang="en-US" sz="2400" i="1" dirty="0" err="1" smtClean="0"/>
              <a:t>connection</a:t>
            </a:r>
            <a:r>
              <a:rPr lang="en-US" sz="2400" i="1" dirty="0" smtClean="0"/>
              <a:t> = </a:t>
            </a:r>
            <a:r>
              <a:rPr lang="en-US" sz="2400" i="1" dirty="0" err="1" smtClean="0"/>
              <a:t>DriverManager.getConnection</a:t>
            </a:r>
            <a:r>
              <a:rPr lang="en-US" sz="2400" i="1" dirty="0" smtClean="0"/>
              <a:t>(</a:t>
            </a:r>
          </a:p>
          <a:p>
            <a:pPr fontAlgn="base"/>
            <a:r>
              <a:rPr lang="en-US" sz="2400" i="1" dirty="0" smtClean="0"/>
              <a:t>“</a:t>
            </a:r>
            <a:r>
              <a:rPr lang="en-US" sz="2400" i="1" dirty="0" err="1" smtClean="0"/>
              <a:t>jdbc:mysql</a:t>
            </a:r>
            <a:r>
              <a:rPr lang="en-US" sz="2400" i="1" dirty="0" smtClean="0"/>
              <a:t>://localhost:3306/</a:t>
            </a:r>
            <a:r>
              <a:rPr lang="en-US" sz="2400" i="1" dirty="0" err="1" smtClean="0"/>
              <a:t>your_database</a:t>
            </a:r>
            <a:r>
              <a:rPr lang="en-US" sz="2400" i="1" dirty="0" smtClean="0"/>
              <a:t>”,</a:t>
            </a:r>
          </a:p>
          <a:p>
            <a:pPr fontAlgn="base"/>
            <a:r>
              <a:rPr lang="en-US" sz="2400" i="1" dirty="0" smtClean="0"/>
              <a:t>“</a:t>
            </a:r>
            <a:r>
              <a:rPr lang="en-US" sz="2400" i="1" dirty="0" err="1" smtClean="0"/>
              <a:t>your_username</a:t>
            </a:r>
            <a:r>
              <a:rPr lang="en-US" sz="2400" i="1" dirty="0" smtClean="0"/>
              <a:t>”,</a:t>
            </a:r>
          </a:p>
          <a:p>
            <a:pPr fontAlgn="base"/>
            <a:r>
              <a:rPr lang="en-US" sz="2400" i="1" dirty="0" smtClean="0"/>
              <a:t>“</a:t>
            </a:r>
            <a:r>
              <a:rPr lang="en-US" sz="2400" i="1" dirty="0" err="1" smtClean="0"/>
              <a:t>your_password</a:t>
            </a:r>
            <a:r>
              <a:rPr lang="en-US" sz="2400" i="1" dirty="0" smtClean="0"/>
              <a:t>”</a:t>
            </a:r>
          </a:p>
          <a:p>
            <a:pPr fontAlgn="base"/>
            <a:r>
              <a:rPr lang="en-US" sz="2400" i="1" dirty="0" smtClean="0"/>
              <a:t>);</a:t>
            </a:r>
          </a:p>
          <a:p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Steps to Connect to </a:t>
            </a: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MySQL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Database Using JDBC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endParaRPr lang="en-US" sz="2400" b="1" dirty="0" smtClean="0"/>
          </a:p>
          <a:p>
            <a:pPr fontAlgn="base"/>
            <a:r>
              <a:rPr lang="en-US" sz="2400" b="1" dirty="0" smtClean="0"/>
              <a:t>Step 3: Create a Statement</a:t>
            </a:r>
          </a:p>
          <a:p>
            <a:pPr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i="1" dirty="0" smtClean="0"/>
              <a:t>Statement </a:t>
            </a:r>
            <a:r>
              <a:rPr lang="en-US" sz="2400" i="1" dirty="0" err="1" smtClean="0"/>
              <a:t>statement</a:t>
            </a:r>
            <a:r>
              <a:rPr lang="en-US" sz="2400" i="1" dirty="0" smtClean="0"/>
              <a:t> = </a:t>
            </a:r>
            <a:r>
              <a:rPr lang="en-US" sz="2400" i="1" dirty="0" err="1" smtClean="0"/>
              <a:t>connection.createStatement</a:t>
            </a:r>
            <a:r>
              <a:rPr lang="en-US" sz="2400" i="1" dirty="0" smtClean="0"/>
              <a:t>();</a:t>
            </a:r>
          </a:p>
          <a:p>
            <a:pPr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dirty="0" smtClean="0"/>
              <a:t>Step 4: Execute a Query</a:t>
            </a:r>
          </a:p>
          <a:p>
            <a:pPr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i="1" dirty="0" smtClean="0"/>
              <a:t>String query = “INSERT INTO students (id, name) VALUES (101, ‘John Doe’)”;</a:t>
            </a:r>
          </a:p>
          <a:p>
            <a:pPr fontAlgn="base"/>
            <a:r>
              <a:rPr lang="en-US" sz="2400" i="1" dirty="0" err="1" smtClean="0"/>
              <a:t>int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rowsAffected</a:t>
            </a:r>
            <a:r>
              <a:rPr lang="en-US" sz="2400" i="1" dirty="0" smtClean="0"/>
              <a:t> = </a:t>
            </a:r>
            <a:r>
              <a:rPr lang="en-US" sz="2400" i="1" dirty="0" err="1" smtClean="0"/>
              <a:t>statement.executeUpdate</a:t>
            </a:r>
            <a:r>
              <a:rPr lang="en-US" sz="2400" i="1" dirty="0" smtClean="0"/>
              <a:t>(query);</a:t>
            </a:r>
          </a:p>
          <a:p>
            <a:pPr fontAlgn="base"/>
            <a:r>
              <a:rPr lang="en-US" sz="2400" i="1" dirty="0" err="1" smtClean="0"/>
              <a:t>System.out.println</a:t>
            </a:r>
            <a:r>
              <a:rPr lang="en-US" sz="2400" i="1" dirty="0" smtClean="0"/>
              <a:t>(“Rows affected: ” + </a:t>
            </a:r>
            <a:r>
              <a:rPr lang="en-US" sz="2400" i="1" dirty="0" err="1" smtClean="0"/>
              <a:t>rowsAffected</a:t>
            </a:r>
            <a:r>
              <a:rPr lang="en-US" sz="2400" i="1" dirty="0" smtClean="0"/>
              <a:t>);</a:t>
            </a:r>
          </a:p>
          <a:p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7309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Steps to Connect to </a:t>
            </a: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MySQL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Database Using JDBC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184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endParaRPr lang="en-US" sz="2400" b="1" dirty="0" smtClean="0"/>
          </a:p>
          <a:p>
            <a:pPr fontAlgn="base"/>
            <a:r>
              <a:rPr lang="en-US" sz="2400" b="1" dirty="0" smtClean="0"/>
              <a:t>Step 5: Close the Connection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i="1" dirty="0" err="1" smtClean="0"/>
              <a:t>statement.close</a:t>
            </a:r>
            <a:r>
              <a:rPr lang="en-US" sz="2400" i="1" dirty="0" smtClean="0"/>
              <a:t>();</a:t>
            </a:r>
          </a:p>
          <a:p>
            <a:pPr fontAlgn="base"/>
            <a:r>
              <a:rPr lang="en-US" sz="2400" i="1" dirty="0" err="1" smtClean="0"/>
              <a:t>connection.close</a:t>
            </a:r>
            <a:r>
              <a:rPr lang="en-US" sz="2400" i="1" dirty="0" smtClean="0"/>
              <a:t>();</a:t>
            </a:r>
          </a:p>
          <a:p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7309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Create a Simple JDBC Application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dirty="0" smtClean="0"/>
              <a:t>// Java program to implement a simple JDBC application</a:t>
            </a:r>
          </a:p>
          <a:p>
            <a:pPr fontAlgn="base"/>
            <a:r>
              <a:rPr lang="en-US" sz="2400" dirty="0" smtClean="0"/>
              <a:t>import java.sql.*;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public class Geeks {</a:t>
            </a:r>
          </a:p>
          <a:p>
            <a:pPr fontAlgn="base"/>
            <a:r>
              <a:rPr lang="en-US" sz="2400" dirty="0" smtClean="0"/>
              <a:t>    public static void main(String[] </a:t>
            </a:r>
            <a:r>
              <a:rPr lang="en-US" sz="2400" dirty="0" err="1" smtClean="0"/>
              <a:t>args</a:t>
            </a:r>
            <a:r>
              <a:rPr lang="en-US" sz="2400" dirty="0" smtClean="0"/>
              <a:t>)</a:t>
            </a:r>
          </a:p>
          <a:p>
            <a:pPr fontAlgn="base"/>
            <a:r>
              <a:rPr lang="en-US" sz="2400" dirty="0" smtClean="0"/>
              <a:t>    {</a:t>
            </a:r>
          </a:p>
          <a:p>
            <a:pPr fontAlgn="base"/>
            <a:r>
              <a:rPr lang="en-US" sz="2400" dirty="0" smtClean="0"/>
              <a:t>        // Database URL, username, and password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       // Replace with your database name</a:t>
            </a:r>
          </a:p>
          <a:p>
            <a:pPr fontAlgn="base"/>
            <a:r>
              <a:rPr lang="en-US" sz="2400" dirty="0" smtClean="0"/>
              <a:t>        String </a:t>
            </a:r>
            <a:r>
              <a:rPr lang="en-US" sz="2400" dirty="0" err="1" smtClean="0"/>
              <a:t>url</a:t>
            </a:r>
            <a:endParaRPr lang="en-US" sz="2400" dirty="0" smtClean="0"/>
          </a:p>
          <a:p>
            <a:pPr fontAlgn="base"/>
            <a:r>
              <a:rPr lang="en-US" sz="2400" dirty="0" smtClean="0"/>
              <a:t>            = "</a:t>
            </a:r>
            <a:r>
              <a:rPr lang="en-US" sz="2400" dirty="0" err="1" smtClean="0"/>
              <a:t>jdbc:mysql</a:t>
            </a:r>
            <a:r>
              <a:rPr lang="en-US" sz="2400" dirty="0" smtClean="0"/>
              <a:t>://localhost:3306/</a:t>
            </a:r>
            <a:r>
              <a:rPr lang="en-US" sz="2400" dirty="0" err="1" smtClean="0"/>
              <a:t>your_database</a:t>
            </a:r>
            <a:r>
              <a:rPr lang="en-US" sz="2400" dirty="0" smtClean="0"/>
              <a:t>";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7309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Create a Simple JDBC Application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       // Replace with your </a:t>
            </a:r>
            <a:r>
              <a:rPr lang="en-US" sz="2400" dirty="0" err="1" smtClean="0"/>
              <a:t>MySQL</a:t>
            </a:r>
            <a:r>
              <a:rPr lang="en-US" sz="2400" dirty="0" smtClean="0"/>
              <a:t> username</a:t>
            </a:r>
          </a:p>
          <a:p>
            <a:pPr fontAlgn="base"/>
            <a:r>
              <a:rPr lang="en-US" sz="2400" dirty="0" smtClean="0"/>
              <a:t>        String username = "</a:t>
            </a:r>
            <a:r>
              <a:rPr lang="en-US" sz="2400" dirty="0" err="1" smtClean="0"/>
              <a:t>your_username</a:t>
            </a:r>
            <a:r>
              <a:rPr lang="en-US" sz="2400" dirty="0" smtClean="0"/>
              <a:t>";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       // Replace with your </a:t>
            </a:r>
            <a:r>
              <a:rPr lang="en-US" sz="2400" dirty="0" err="1" smtClean="0"/>
              <a:t>MySQL</a:t>
            </a:r>
            <a:r>
              <a:rPr lang="en-US" sz="2400" dirty="0" smtClean="0"/>
              <a:t> password</a:t>
            </a:r>
          </a:p>
          <a:p>
            <a:pPr fontAlgn="base"/>
            <a:r>
              <a:rPr lang="en-US" sz="2400" dirty="0" smtClean="0"/>
              <a:t>        String password = "</a:t>
            </a:r>
            <a:r>
              <a:rPr lang="en-US" sz="2400" dirty="0" err="1" smtClean="0"/>
              <a:t>your_password</a:t>
            </a:r>
            <a:r>
              <a:rPr lang="en-US" sz="2400" dirty="0" smtClean="0"/>
              <a:t>";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       // Updated query syntax for modern databases</a:t>
            </a:r>
          </a:p>
          <a:p>
            <a:pPr fontAlgn="base"/>
            <a:r>
              <a:rPr lang="en-US" sz="2400" dirty="0" smtClean="0"/>
              <a:t>        String query</a:t>
            </a:r>
          </a:p>
          <a:p>
            <a:pPr fontAlgn="base"/>
            <a:r>
              <a:rPr lang="en-US" sz="2400" dirty="0" smtClean="0"/>
              <a:t>            = "INSERT INTO students (id, name) VALUES (109, '</a:t>
            </a:r>
            <a:r>
              <a:rPr lang="en-US" sz="2400" dirty="0" err="1" smtClean="0"/>
              <a:t>bhatt</a:t>
            </a:r>
            <a:r>
              <a:rPr lang="en-US" sz="2400" dirty="0" smtClean="0"/>
              <a:t>')";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7309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Create a Simple JDBC Application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dirty="0" smtClean="0"/>
              <a:t> // Establish JDBC Connection</a:t>
            </a:r>
          </a:p>
          <a:p>
            <a:pPr fontAlgn="base"/>
            <a:r>
              <a:rPr lang="en-US" sz="2400" dirty="0" smtClean="0"/>
              <a:t>        try {</a:t>
            </a:r>
          </a:p>
          <a:p>
            <a:pPr fontAlgn="base"/>
            <a:r>
              <a:rPr lang="en-US" sz="2400" dirty="0" smtClean="0"/>
              <a:t>          </a:t>
            </a:r>
          </a:p>
          <a:p>
            <a:pPr fontAlgn="base"/>
            <a:r>
              <a:rPr lang="en-US" sz="2400" dirty="0" smtClean="0"/>
              <a:t>            // Load Type-4 Driver</a:t>
            </a:r>
          </a:p>
          <a:p>
            <a:pPr fontAlgn="base"/>
            <a:r>
              <a:rPr lang="en-US" sz="2400" dirty="0" smtClean="0"/>
              <a:t>            // </a:t>
            </a:r>
            <a:r>
              <a:rPr lang="en-US" sz="2400" dirty="0" err="1" smtClean="0"/>
              <a:t>MySQL</a:t>
            </a:r>
            <a:r>
              <a:rPr lang="en-US" sz="2400" dirty="0" smtClean="0"/>
              <a:t> Type-4 driver class</a:t>
            </a:r>
          </a:p>
          <a:p>
            <a:pPr fontAlgn="base"/>
            <a:r>
              <a:rPr lang="en-US" sz="2400" dirty="0" smtClean="0"/>
              <a:t>            </a:t>
            </a:r>
            <a:r>
              <a:rPr lang="en-US" sz="2400" dirty="0" err="1" smtClean="0"/>
              <a:t>Class.forName</a:t>
            </a:r>
            <a:r>
              <a:rPr lang="en-US" sz="2400" dirty="0" smtClean="0"/>
              <a:t>("</a:t>
            </a:r>
            <a:r>
              <a:rPr lang="en-US" sz="2400" dirty="0" err="1" smtClean="0"/>
              <a:t>com.mysql.cj.jdbc.Driver</a:t>
            </a:r>
            <a:r>
              <a:rPr lang="en-US" sz="2400" dirty="0" smtClean="0"/>
              <a:t>");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           // Establish connection</a:t>
            </a:r>
          </a:p>
          <a:p>
            <a:pPr fontAlgn="base"/>
            <a:r>
              <a:rPr lang="en-US" sz="2400" dirty="0" smtClean="0"/>
              <a:t>            Connection c = </a:t>
            </a:r>
            <a:r>
              <a:rPr lang="en-US" sz="2400" dirty="0" err="1" smtClean="0"/>
              <a:t>DriverManager.getConnection</a:t>
            </a:r>
            <a:r>
              <a:rPr lang="en-US" sz="2400" dirty="0" smtClean="0"/>
              <a:t>(</a:t>
            </a:r>
          </a:p>
          <a:p>
            <a:pPr fontAlgn="base"/>
            <a:r>
              <a:rPr lang="en-US" sz="2400" dirty="0" smtClean="0"/>
              <a:t>                </a:t>
            </a:r>
            <a:r>
              <a:rPr lang="en-US" sz="2400" dirty="0" err="1" smtClean="0"/>
              <a:t>url</a:t>
            </a:r>
            <a:r>
              <a:rPr lang="en-US" sz="2400" dirty="0" smtClean="0"/>
              <a:t>, username, password);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7309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Create a Simple JDBC Application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dirty="0" smtClean="0"/>
              <a:t>  // Create a statement</a:t>
            </a:r>
          </a:p>
          <a:p>
            <a:pPr fontAlgn="base"/>
            <a:r>
              <a:rPr lang="en-US" sz="2400" dirty="0" smtClean="0"/>
              <a:t>            Statement </a:t>
            </a:r>
            <a:r>
              <a:rPr lang="en-US" sz="2400" dirty="0" err="1" smtClean="0"/>
              <a:t>st</a:t>
            </a:r>
            <a:r>
              <a:rPr lang="en-US" sz="2400" dirty="0" smtClean="0"/>
              <a:t> = </a:t>
            </a:r>
            <a:r>
              <a:rPr lang="en-US" sz="2400" dirty="0" err="1" smtClean="0"/>
              <a:t>c.createStatement</a:t>
            </a:r>
            <a:r>
              <a:rPr lang="en-US" sz="2400" dirty="0" smtClean="0"/>
              <a:t>();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           // Execute the query</a:t>
            </a:r>
          </a:p>
          <a:p>
            <a:pPr fontAlgn="base"/>
            <a:r>
              <a:rPr lang="en-US" sz="2400" dirty="0" smtClean="0"/>
              <a:t>            </a:t>
            </a:r>
            <a:r>
              <a:rPr lang="en-US" sz="2400" dirty="0" err="1" smtClean="0"/>
              <a:t>int</a:t>
            </a:r>
            <a:r>
              <a:rPr lang="en-US" sz="2400" dirty="0" smtClean="0"/>
              <a:t> count = </a:t>
            </a:r>
            <a:r>
              <a:rPr lang="en-US" sz="2400" dirty="0" err="1" smtClean="0"/>
              <a:t>st.executeUpdate</a:t>
            </a:r>
            <a:r>
              <a:rPr lang="en-US" sz="2400" dirty="0" smtClean="0"/>
              <a:t>(query);</a:t>
            </a:r>
          </a:p>
          <a:p>
            <a:pPr fontAlgn="base"/>
            <a:r>
              <a:rPr lang="en-US" sz="2400" dirty="0" smtClean="0"/>
              <a:t>        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</a:p>
          <a:p>
            <a:pPr fontAlgn="base"/>
            <a:r>
              <a:rPr lang="en-US" sz="2400" dirty="0" smtClean="0"/>
              <a:t>                "Number of rows affected by this query: "</a:t>
            </a:r>
          </a:p>
          <a:p>
            <a:pPr fontAlgn="base"/>
            <a:r>
              <a:rPr lang="en-US" sz="2400" dirty="0" smtClean="0"/>
              <a:t>                + count);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 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7309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Create a Simple JDBC Application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31880" y="1491974"/>
            <a:ext cx="853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dirty="0" smtClean="0"/>
              <a:t> // Close the connection</a:t>
            </a:r>
          </a:p>
          <a:p>
            <a:pPr fontAlgn="base"/>
            <a:r>
              <a:rPr lang="en-US" sz="2400" dirty="0" smtClean="0"/>
              <a:t>            </a:t>
            </a:r>
            <a:r>
              <a:rPr lang="en-US" sz="2400" dirty="0" err="1" smtClean="0"/>
              <a:t>st.close</a:t>
            </a:r>
            <a:r>
              <a:rPr lang="en-US" sz="2400" dirty="0" smtClean="0"/>
              <a:t>();</a:t>
            </a:r>
          </a:p>
          <a:p>
            <a:pPr fontAlgn="base"/>
            <a:r>
              <a:rPr lang="en-US" sz="2400" dirty="0" smtClean="0"/>
              <a:t>            </a:t>
            </a:r>
            <a:r>
              <a:rPr lang="en-US" sz="2400" dirty="0" err="1" smtClean="0"/>
              <a:t>c.close</a:t>
            </a:r>
            <a:r>
              <a:rPr lang="en-US" sz="2400" dirty="0" smtClean="0"/>
              <a:t>();</a:t>
            </a:r>
          </a:p>
          <a:p>
            <a:pPr fontAlgn="base"/>
            <a:r>
              <a:rPr lang="en-US" sz="2400" dirty="0" smtClean="0"/>
              <a:t>        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("Connection closed.");</a:t>
            </a:r>
          </a:p>
          <a:p>
            <a:pPr fontAlgn="base"/>
            <a:r>
              <a:rPr lang="en-US" sz="2400" dirty="0" smtClean="0"/>
              <a:t>        }</a:t>
            </a:r>
          </a:p>
          <a:p>
            <a:pPr fontAlgn="base"/>
            <a:r>
              <a:rPr lang="en-US" sz="2400" dirty="0" smtClean="0"/>
              <a:t>        catch (</a:t>
            </a:r>
            <a:r>
              <a:rPr lang="en-US" sz="2400" dirty="0" err="1" smtClean="0"/>
              <a:t>ClassNotFoundException</a:t>
            </a:r>
            <a:r>
              <a:rPr lang="en-US" sz="2400" dirty="0" smtClean="0"/>
              <a:t> e) {</a:t>
            </a:r>
          </a:p>
          <a:p>
            <a:pPr fontAlgn="base"/>
            <a:r>
              <a:rPr lang="en-US" sz="2400" dirty="0" smtClean="0"/>
              <a:t>            </a:t>
            </a:r>
            <a:r>
              <a:rPr lang="en-US" sz="2400" dirty="0" err="1" smtClean="0"/>
              <a:t>System.err.println</a:t>
            </a:r>
            <a:r>
              <a:rPr lang="en-US" sz="2400" dirty="0" smtClean="0"/>
              <a:t>("JDBC Driver not found: "</a:t>
            </a:r>
          </a:p>
          <a:p>
            <a:pPr fontAlgn="base"/>
            <a:r>
              <a:rPr lang="en-US" sz="2400" dirty="0" smtClean="0"/>
              <a:t>                               + </a:t>
            </a:r>
            <a:r>
              <a:rPr lang="en-US" sz="2400" dirty="0" err="1" smtClean="0"/>
              <a:t>e.getMessage</a:t>
            </a:r>
            <a:r>
              <a:rPr lang="en-US" sz="2400" dirty="0" smtClean="0"/>
              <a:t>());</a:t>
            </a:r>
          </a:p>
          <a:p>
            <a:pPr fontAlgn="base"/>
            <a:r>
              <a:rPr lang="en-US" sz="2400" dirty="0" smtClean="0"/>
              <a:t>        }</a:t>
            </a:r>
          </a:p>
          <a:p>
            <a:pPr fontAlgn="base"/>
            <a:r>
              <a:rPr lang="en-US" sz="2400" dirty="0" smtClean="0"/>
              <a:t>        catch (</a:t>
            </a:r>
            <a:r>
              <a:rPr lang="en-US" sz="2400" dirty="0" err="1" smtClean="0"/>
              <a:t>SQLException</a:t>
            </a:r>
            <a:r>
              <a:rPr lang="en-US" sz="2400" dirty="0" smtClean="0"/>
              <a:t> e) {</a:t>
            </a:r>
          </a:p>
          <a:p>
            <a:pPr fontAlgn="base"/>
            <a:r>
              <a:rPr lang="en-US" sz="2400" dirty="0" smtClean="0"/>
              <a:t>            </a:t>
            </a:r>
            <a:r>
              <a:rPr lang="en-US" sz="2400" dirty="0" err="1" smtClean="0"/>
              <a:t>System.err.println</a:t>
            </a:r>
            <a:r>
              <a:rPr lang="en-US" sz="2400" dirty="0" smtClean="0"/>
              <a:t>("SQL Error: "</a:t>
            </a:r>
          </a:p>
          <a:p>
            <a:pPr fontAlgn="base"/>
            <a:r>
              <a:rPr lang="en-US" sz="2400" dirty="0" smtClean="0"/>
              <a:t>                               + </a:t>
            </a:r>
            <a:r>
              <a:rPr lang="en-US" sz="2400" dirty="0" err="1" smtClean="0"/>
              <a:t>e.getMessage</a:t>
            </a:r>
            <a:r>
              <a:rPr lang="en-US" sz="2400" dirty="0" smtClean="0"/>
              <a:t>());</a:t>
            </a:r>
          </a:p>
          <a:p>
            <a:pPr fontAlgn="base"/>
            <a:r>
              <a:rPr lang="en-US" sz="2400" dirty="0" smtClean="0"/>
              <a:t>        }}}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64a707208_0_9"/>
          <p:cNvSpPr/>
          <p:nvPr/>
        </p:nvSpPr>
        <p:spPr>
          <a:xfrm>
            <a:off x="354577" y="1023576"/>
            <a:ext cx="574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 Content Resources Reference Sample: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264a707208_0_9"/>
          <p:cNvCxnSpPr/>
          <p:nvPr/>
        </p:nvCxnSpPr>
        <p:spPr>
          <a:xfrm rot="10800000" flipH="1">
            <a:off x="-8250" y="794900"/>
            <a:ext cx="9160500" cy="4710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3264a707208_0_9"/>
          <p:cNvSpPr/>
          <p:nvPr/>
        </p:nvSpPr>
        <p:spPr>
          <a:xfrm>
            <a:off x="383250" y="1789925"/>
            <a:ext cx="8395500" cy="45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Jim Farley, William Crawford, David Flanagan. Java Enterprise in a Nutshell, O'Reilly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Rocha, R., </a:t>
            </a:r>
            <a:r>
              <a:rPr lang="en-US" sz="1200" dirty="0" err="1" smtClean="0">
                <a:solidFill>
                  <a:srgbClr val="FF0000"/>
                </a:solidFill>
              </a:rPr>
              <a:t>Purificação</a:t>
            </a:r>
            <a:r>
              <a:rPr lang="en-US" sz="1200" dirty="0" smtClean="0">
                <a:solidFill>
                  <a:srgbClr val="FF0000"/>
                </a:solidFill>
              </a:rPr>
              <a:t>, J. (2018). Java EE 8 Design Patterns and Best Practices: Build Enterprise-ready Scalable Applications with Architectural Design Patterns. Germany: </a:t>
            </a:r>
            <a:r>
              <a:rPr lang="en-US" sz="1200" dirty="0" err="1" smtClean="0">
                <a:solidFill>
                  <a:srgbClr val="FF0000"/>
                </a:solidFill>
              </a:rPr>
              <a:t>Packt</a:t>
            </a:r>
            <a:r>
              <a:rPr lang="en-US" sz="1200" dirty="0" smtClean="0">
                <a:solidFill>
                  <a:srgbClr val="FF0000"/>
                </a:solidFill>
              </a:rPr>
              <a:t> Publishing..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+mj-lt"/>
              <a:buAutoNum type="arabicPeriod" startAt="3"/>
            </a:pPr>
            <a:r>
              <a:rPr lang="en-US" sz="1200" b="1" dirty="0" smtClean="0">
                <a:solidFill>
                  <a:srgbClr val="FF0000"/>
                </a:solidFill>
              </a:rPr>
              <a:t>Website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https://www.scribd.com/document/268349254/Java-8-Programming-Black-Book .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Sources</a:t>
            </a:r>
          </a:p>
          <a:p>
            <a:pPr marL="452438" lvl="2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https://developers.redhat.com/topics/enterprise-java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Article</a:t>
            </a:r>
            <a:endParaRPr lang="en-US" sz="1200" dirty="0" smtClean="0">
              <a:solidFill>
                <a:srgbClr val="FF0000"/>
              </a:solidFill>
            </a:endParaRPr>
          </a:p>
          <a:p>
            <a:pPr marL="452438" lvl="0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https://www.researchgate.net/publication/276412369_Advanced_Java_Programming</a:t>
            </a:r>
          </a:p>
          <a:p>
            <a:pPr marL="457200" lvl="0">
              <a:lnSpc>
                <a:spcPct val="150000"/>
              </a:lnSpc>
              <a:buSzPts val="1200"/>
            </a:pPr>
            <a:endParaRPr lang="en-US" sz="1200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352</Words>
  <Application>Microsoft Office PowerPoint</Application>
  <PresentationFormat>On-screen Show (4:3)</PresentationFormat>
  <Paragraphs>103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key</cp:lastModifiedBy>
  <cp:revision>35</cp:revision>
  <dcterms:created xsi:type="dcterms:W3CDTF">2024-12-13T07:18:04Z</dcterms:created>
  <dcterms:modified xsi:type="dcterms:W3CDTF">2025-05-17T05:23:45Z</dcterms:modified>
</cp:coreProperties>
</file>