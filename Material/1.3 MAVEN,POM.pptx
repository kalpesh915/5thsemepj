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96" r:id="rId5"/>
    <p:sldId id="297" r:id="rId6"/>
    <p:sldId id="302" r:id="rId7"/>
    <p:sldId id="303" r:id="rId8"/>
    <p:sldId id="298" r:id="rId9"/>
    <p:sldId id="299" r:id="rId10"/>
    <p:sldId id="300" r:id="rId11"/>
    <p:sldId id="301" r:id="rId12"/>
    <p:sldId id="262" r:id="rId13"/>
    <p:sldId id="263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-1324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Chapter-1: </a:t>
            </a:r>
            <a:r>
              <a:rPr lang="en-US" sz="30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of Enterprise Programming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Maven?……………………………..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……..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POM.xml…………………………………………………….8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What is Maven?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dirty="0" smtClean="0"/>
              <a:t>Maven is a project management and comprehension tool that provides developers a complete build lifecycle framework. 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Development team can automate the project's build infrastructure in almost no time as Maven uses a standard directory layout and a default build lifecycle.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Maven - Eclipse IDE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Eclipse provides an excellent </a:t>
            </a:r>
            <a:r>
              <a:rPr lang="en-US" sz="2400" dirty="0" err="1" smtClean="0">
                <a:solidFill>
                  <a:schemeClr val="tx1"/>
                </a:solidFill>
              </a:rPr>
              <a:t>plugin</a:t>
            </a:r>
            <a:r>
              <a:rPr lang="en-US" sz="2400" dirty="0" smtClean="0">
                <a:solidFill>
                  <a:schemeClr val="tx1"/>
                </a:solidFill>
              </a:rPr>
              <a:t> m2eclipse which seamlessly integrates Maven and Eclipse together.</a:t>
            </a:r>
          </a:p>
          <a:p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>Installing m2eclipse </a:t>
            </a:r>
            <a:r>
              <a:rPr lang="en-US" sz="2400" b="1" dirty="0" err="1" smtClean="0"/>
              <a:t>plugin</a:t>
            </a:r>
            <a:endParaRPr lang="en-US" sz="2400" b="1" dirty="0" smtClean="0"/>
          </a:p>
          <a:p>
            <a:endParaRPr lang="en-US" sz="2400" dirty="0" smtClean="0"/>
          </a:p>
          <a:p>
            <a:r>
              <a:rPr lang="en-US" sz="2400" dirty="0" smtClean="0"/>
              <a:t>Use one of the following to install m2eclipse −</a:t>
            </a:r>
          </a:p>
          <a:p>
            <a:r>
              <a:rPr lang="en-US" sz="2400" dirty="0" err="1" smtClean="0"/>
              <a:t>EclipseURLEclipse</a:t>
            </a:r>
            <a:r>
              <a:rPr lang="en-US" sz="2400" dirty="0" smtClean="0"/>
              <a:t> 3.5 </a:t>
            </a:r>
          </a:p>
          <a:p>
            <a:r>
              <a:rPr lang="en-US" sz="2400" dirty="0" smtClean="0"/>
              <a:t>Eclipse 3.6 (Helios)</a:t>
            </a:r>
          </a:p>
          <a:p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Maven - Eclipse IDE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Import a maven project in Eclipse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Open Eclipse.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Select </a:t>
            </a:r>
            <a:r>
              <a:rPr lang="en-US" sz="2400" b="1" dirty="0" smtClean="0"/>
              <a:t>File &gt; Import &gt;</a:t>
            </a:r>
            <a:r>
              <a:rPr lang="en-US" sz="2400" dirty="0" smtClean="0"/>
              <a:t> option.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Select Maven Projects Option. Click on Next Button.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Select Project location, where a project was created using Maven. We've created a Java Project consumer Banking in the previous chapters. Go to Creating Java Project chapter, to see how to create a project using Maven.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Click Finish Button.</a:t>
            </a:r>
          </a:p>
          <a:p>
            <a:pPr algn="just"/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Maven - Eclipse IDE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IN" sz="2400" b="1" dirty="0" smtClean="0"/>
              <a:t>Convert an Existing Eclipse Project to a Maven Project</a:t>
            </a:r>
            <a:r>
              <a:rPr lang="en-IN" sz="2400" dirty="0" smtClean="0"/>
              <a:t> (for newer Eclipse versions):</a:t>
            </a:r>
            <a:endParaRPr lang="en-US" sz="2400" dirty="0" smtClean="0"/>
          </a:p>
          <a:p>
            <a:pPr lvl="1" algn="just"/>
            <a:endParaRPr lang="en-IN" sz="2400" dirty="0" smtClean="0"/>
          </a:p>
          <a:p>
            <a:pPr marL="360363" lvl="1" indent="-360363" algn="just">
              <a:buFont typeface="Arial" pitchFamily="34" charset="0"/>
              <a:buChar char="•"/>
            </a:pPr>
            <a:r>
              <a:rPr lang="en-IN" sz="2400" dirty="0" smtClean="0"/>
              <a:t>Right-click on your project in the </a:t>
            </a:r>
            <a:r>
              <a:rPr lang="en-IN" sz="2400" b="1" dirty="0" smtClean="0"/>
              <a:t>Project Explorer</a:t>
            </a:r>
            <a:r>
              <a:rPr lang="en-IN" sz="2400" dirty="0" smtClean="0"/>
              <a:t>.</a:t>
            </a:r>
            <a:endParaRPr lang="en-US" sz="2400" dirty="0" smtClean="0"/>
          </a:p>
          <a:p>
            <a:pPr marL="360363" lvl="1" indent="-360363" algn="just">
              <a:buFont typeface="Arial" pitchFamily="34" charset="0"/>
              <a:buChar char="•"/>
            </a:pPr>
            <a:r>
              <a:rPr lang="en-IN" sz="2400" dirty="0" smtClean="0"/>
              <a:t>Choose </a:t>
            </a:r>
            <a:r>
              <a:rPr lang="en-IN" sz="2400" b="1" dirty="0" smtClean="0"/>
              <a:t>Configure</a:t>
            </a:r>
            <a:r>
              <a:rPr lang="en-IN" sz="2400" dirty="0" smtClean="0"/>
              <a:t> &gt; </a:t>
            </a:r>
            <a:r>
              <a:rPr lang="en-IN" sz="2400" b="1" dirty="0" smtClean="0"/>
              <a:t>Convert to Maven Project</a:t>
            </a:r>
            <a:r>
              <a:rPr lang="en-IN" sz="2400" dirty="0" smtClean="0"/>
              <a:t>.</a:t>
            </a:r>
            <a:endParaRPr lang="en-US" sz="2400" dirty="0" smtClean="0"/>
          </a:p>
          <a:p>
            <a:pPr marL="360363" lvl="1" indent="-360363" algn="just">
              <a:buFont typeface="Arial" pitchFamily="34" charset="0"/>
              <a:buChar char="•"/>
            </a:pPr>
            <a:r>
              <a:rPr lang="en-IN" sz="2400" dirty="0" smtClean="0"/>
              <a:t>Follow the wizard to configure your project as a Maven project.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Maven - Eclipse IDE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IN" sz="2400" b="1" dirty="0" smtClean="0"/>
              <a:t>Manually Create a </a:t>
            </a:r>
            <a:r>
              <a:rPr lang="en-IN" sz="2400" dirty="0" smtClean="0"/>
              <a:t>pom.xml (if needed):</a:t>
            </a:r>
            <a:endParaRPr lang="en-US" sz="2400" dirty="0" smtClean="0"/>
          </a:p>
          <a:p>
            <a:pPr marL="360363" lvl="1" indent="-360363" algn="just">
              <a:buFont typeface="Arial" pitchFamily="34" charset="0"/>
              <a:buChar char="•"/>
            </a:pPr>
            <a:r>
              <a:rPr lang="en-IN" sz="2400" dirty="0" smtClean="0"/>
              <a:t>If your project doesn’t have a pom.xml, you can create one manually.</a:t>
            </a:r>
            <a:endParaRPr lang="en-US" sz="2400" dirty="0" smtClean="0"/>
          </a:p>
          <a:p>
            <a:pPr marL="360363" lvl="1" indent="-360363" algn="just">
              <a:buFont typeface="Arial" pitchFamily="34" charset="0"/>
              <a:buChar char="•"/>
            </a:pPr>
            <a:r>
              <a:rPr lang="en-IN" sz="2400" dirty="0" smtClean="0"/>
              <a:t>Right-click on your project in the </a:t>
            </a:r>
            <a:r>
              <a:rPr lang="en-IN" sz="2400" b="1" dirty="0" smtClean="0"/>
              <a:t>Project Explorer</a:t>
            </a:r>
            <a:r>
              <a:rPr lang="en-IN" sz="2400" dirty="0" smtClean="0"/>
              <a:t>.</a:t>
            </a:r>
            <a:endParaRPr lang="en-US" sz="2400" dirty="0" smtClean="0"/>
          </a:p>
          <a:p>
            <a:pPr marL="360363" lvl="1" indent="-360363" algn="just">
              <a:buFont typeface="Arial" pitchFamily="34" charset="0"/>
              <a:buChar char="•"/>
            </a:pPr>
            <a:r>
              <a:rPr lang="en-IN" sz="2400" dirty="0" smtClean="0"/>
              <a:t>Choose </a:t>
            </a:r>
            <a:r>
              <a:rPr lang="en-IN" sz="2400" b="1" dirty="0" smtClean="0"/>
              <a:t>New</a:t>
            </a:r>
            <a:r>
              <a:rPr lang="en-IN" sz="2400" dirty="0" smtClean="0"/>
              <a:t> &gt; </a:t>
            </a:r>
            <a:r>
              <a:rPr lang="en-IN" sz="2400" b="1" dirty="0" smtClean="0"/>
              <a:t>File</a:t>
            </a:r>
            <a:r>
              <a:rPr lang="en-IN" sz="2400" dirty="0" smtClean="0"/>
              <a:t>.</a:t>
            </a:r>
            <a:endParaRPr lang="en-US" sz="2400" dirty="0" smtClean="0"/>
          </a:p>
          <a:p>
            <a:pPr marL="360363" lvl="1" indent="-360363" algn="just">
              <a:buFont typeface="Arial" pitchFamily="34" charset="0"/>
              <a:buChar char="•"/>
            </a:pPr>
            <a:r>
              <a:rPr lang="en-IN" sz="2400" dirty="0" smtClean="0"/>
              <a:t>Name the file pom.xml.</a:t>
            </a:r>
            <a:endParaRPr lang="en-US" sz="2400" dirty="0" smtClean="0"/>
          </a:p>
          <a:p>
            <a:pPr marL="360363" lvl="1" indent="-360363" algn="just">
              <a:buFont typeface="Arial" pitchFamily="34" charset="0"/>
              <a:buChar char="•"/>
            </a:pPr>
            <a:r>
              <a:rPr lang="en-IN" sz="2400" dirty="0" smtClean="0"/>
              <a:t>Edit the pom.xml to define your project’s dependencies, build settings, and other configurations.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Maven - POM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POM stands for Project Object Model. 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It is fundamental unit of work in Maven. 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It is an XML file that resides in the base directory of the project as pom.xml.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The POM contains information about the project and various configuration detail used by Maven to build the project(s).</a:t>
            </a:r>
          </a:p>
          <a:p>
            <a:pPr marL="360363" indent="-360363" algn="just">
              <a:buFont typeface="Arial" pitchFamily="34" charset="0"/>
              <a:buChar char="•"/>
            </a:pPr>
            <a:r>
              <a:rPr lang="en-US" sz="2400" dirty="0" smtClean="0"/>
              <a:t>POM also contains the goals and </a:t>
            </a:r>
            <a:r>
              <a:rPr lang="en-US" sz="2400" dirty="0" err="1" smtClean="0"/>
              <a:t>plugins</a:t>
            </a:r>
            <a:r>
              <a:rPr lang="en-US" sz="2400" dirty="0" smtClean="0"/>
              <a:t>. While executing a task or goal, Maven looks for the POM in the current directory. It reads the POM, gets the needed configuration information, and then executes the goal.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Maven - POM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/>
              <a:t>Some of the configuration that can be specified in the POM are following −</a:t>
            </a:r>
          </a:p>
          <a:p>
            <a:endParaRPr lang="en-US" sz="2400" dirty="0" smtClean="0"/>
          </a:p>
          <a:p>
            <a:r>
              <a:rPr lang="en-US" sz="2400" dirty="0" smtClean="0"/>
              <a:t>project dependencies</a:t>
            </a:r>
          </a:p>
          <a:p>
            <a:r>
              <a:rPr lang="en-US" sz="2400" dirty="0" err="1" smtClean="0"/>
              <a:t>plugins</a:t>
            </a:r>
            <a:endParaRPr lang="en-US" sz="2400" dirty="0" smtClean="0"/>
          </a:p>
          <a:p>
            <a:r>
              <a:rPr lang="en-US" sz="2400" dirty="0" smtClean="0"/>
              <a:t>goals</a:t>
            </a:r>
          </a:p>
          <a:p>
            <a:r>
              <a:rPr lang="en-US" sz="2400" dirty="0" smtClean="0"/>
              <a:t>build profiles</a:t>
            </a:r>
          </a:p>
          <a:p>
            <a:r>
              <a:rPr lang="en-US" sz="2400" dirty="0" smtClean="0"/>
              <a:t>project version</a:t>
            </a:r>
          </a:p>
          <a:p>
            <a:r>
              <a:rPr lang="en-US" sz="2400" dirty="0" smtClean="0"/>
              <a:t>developers</a:t>
            </a:r>
          </a:p>
          <a:p>
            <a:r>
              <a:rPr lang="en-US" sz="2400" dirty="0" smtClean="0"/>
              <a:t>mailing list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Maven - POM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dirty="0" smtClean="0"/>
              <a:t>Before creating a POM, we should first decide the project </a:t>
            </a:r>
            <a:r>
              <a:rPr lang="en-US" sz="2400" b="1" dirty="0" smtClean="0"/>
              <a:t>group</a:t>
            </a:r>
            <a:r>
              <a:rPr lang="en-US" sz="2400" dirty="0" smtClean="0"/>
              <a:t> (</a:t>
            </a:r>
            <a:r>
              <a:rPr lang="en-US" sz="2400" dirty="0" err="1" smtClean="0"/>
              <a:t>groupId</a:t>
            </a:r>
            <a:r>
              <a:rPr lang="en-US" sz="2400" dirty="0" smtClean="0"/>
              <a:t>), its </a:t>
            </a:r>
            <a:r>
              <a:rPr lang="en-US" sz="2400" b="1" dirty="0" smtClean="0"/>
              <a:t>name</a:t>
            </a:r>
            <a:r>
              <a:rPr lang="en-US" sz="2400" dirty="0" smtClean="0"/>
              <a:t> (</a:t>
            </a:r>
            <a:r>
              <a:rPr lang="en-US" sz="2400" dirty="0" err="1" smtClean="0"/>
              <a:t>artifactId</a:t>
            </a:r>
            <a:r>
              <a:rPr lang="en-US" sz="2400" dirty="0" smtClean="0"/>
              <a:t>) and its version as these attributes help in uniquely identifying the project in repository.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Maven - POM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 smtClean="0"/>
              <a:t>&lt;project </a:t>
            </a:r>
          </a:p>
          <a:p>
            <a:r>
              <a:rPr lang="en-US" sz="2400" dirty="0" err="1" smtClean="0"/>
              <a:t>xmlns</a:t>
            </a:r>
            <a:r>
              <a:rPr lang="en-US" sz="2400" dirty="0" smtClean="0"/>
              <a:t> = "http://maven.apache.org/POM/4.0.0" </a:t>
            </a:r>
          </a:p>
          <a:p>
            <a:r>
              <a:rPr lang="en-US" sz="2400" dirty="0" err="1" smtClean="0"/>
              <a:t>xmlns:xsi</a:t>
            </a:r>
            <a:r>
              <a:rPr lang="en-US" sz="2400" dirty="0" smtClean="0"/>
              <a:t> = "http://www.w3.org/2001/XMLSchema-instance" </a:t>
            </a:r>
            <a:r>
              <a:rPr lang="en-US" sz="2400" dirty="0" err="1" smtClean="0"/>
              <a:t>xsi:schemaLocation</a:t>
            </a:r>
            <a:r>
              <a:rPr lang="en-US" sz="2400" dirty="0" smtClean="0"/>
              <a:t> = "http://maven.apache.org/POM/4.0.0 http://maven.apache.org/xsd/maven-4.0.0.xsd"&gt; &lt;</a:t>
            </a:r>
            <a:r>
              <a:rPr lang="en-US" sz="2400" dirty="0" err="1" smtClean="0"/>
              <a:t>modelVersion</a:t>
            </a:r>
            <a:r>
              <a:rPr lang="en-US" sz="2400" dirty="0" smtClean="0"/>
              <a:t>&gt;4.0.0&lt;/</a:t>
            </a:r>
            <a:r>
              <a:rPr lang="en-US" sz="2400" dirty="0" err="1" smtClean="0"/>
              <a:t>modelVersion</a:t>
            </a:r>
            <a:r>
              <a:rPr lang="en-US" sz="2400" dirty="0" smtClean="0"/>
              <a:t>&gt; &lt;</a:t>
            </a:r>
            <a:r>
              <a:rPr lang="en-US" sz="2400" dirty="0" err="1" smtClean="0"/>
              <a:t>groupId</a:t>
            </a:r>
            <a:r>
              <a:rPr lang="en-US" sz="2400" dirty="0" smtClean="0"/>
              <a:t>&gt;</a:t>
            </a:r>
            <a:r>
              <a:rPr lang="en-US" sz="2400" dirty="0" err="1" smtClean="0"/>
              <a:t>com.companyname.project</a:t>
            </a:r>
            <a:r>
              <a:rPr lang="en-US" sz="2400" dirty="0" smtClean="0"/>
              <a:t>-group&lt;/</a:t>
            </a:r>
            <a:r>
              <a:rPr lang="en-US" sz="2400" dirty="0" err="1" smtClean="0"/>
              <a:t>groupId</a:t>
            </a:r>
            <a:r>
              <a:rPr lang="en-US" sz="2400" dirty="0" smtClean="0"/>
              <a:t>&gt; &lt;</a:t>
            </a:r>
            <a:r>
              <a:rPr lang="en-US" sz="2400" dirty="0" err="1" smtClean="0"/>
              <a:t>artifactId</a:t>
            </a:r>
            <a:r>
              <a:rPr lang="en-US" sz="2400" dirty="0" smtClean="0"/>
              <a:t>&gt;project&lt;/</a:t>
            </a:r>
            <a:r>
              <a:rPr lang="en-US" sz="2400" dirty="0" err="1" smtClean="0"/>
              <a:t>artifactId</a:t>
            </a:r>
            <a:r>
              <a:rPr lang="en-US" sz="2400" dirty="0" smtClean="0"/>
              <a:t>&gt; </a:t>
            </a:r>
          </a:p>
          <a:p>
            <a:r>
              <a:rPr lang="en-US" sz="2400" dirty="0" smtClean="0"/>
              <a:t>&lt;version&gt;1.0&lt;/version&gt; </a:t>
            </a:r>
          </a:p>
          <a:p>
            <a:r>
              <a:rPr lang="en-US" sz="2400" dirty="0" smtClean="0"/>
              <a:t>&lt;/project&gt;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308</Words>
  <Application>Microsoft Office PowerPoint</Application>
  <PresentationFormat>On-screen Show (4:3)</PresentationFormat>
  <Paragraphs>73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41</cp:revision>
  <dcterms:created xsi:type="dcterms:W3CDTF">2024-12-13T07:18:04Z</dcterms:created>
  <dcterms:modified xsi:type="dcterms:W3CDTF">2025-05-17T05:24:02Z</dcterms:modified>
</cp:coreProperties>
</file>